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8HtzPKBnN9r6DljU+KCHtY6cZ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d10b25eef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d10b25eef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d10b25eef_1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d10b25eef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d10b25eef_1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d10b25eef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d10b25eef_1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d10b25eef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Úvodní snímek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dpis a obsah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áhlaví oddílu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va obsahy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ovnání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enom nadpis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ázdn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sah s titulkem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ázek s titulkem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dpis a svislý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vislý nadpis a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homel.vsb.cz/~cho0178/MCU/FRDM-KL25Z_DOCK.pdf#page=9" TargetMode="External"/><Relationship Id="rId4" Type="http://schemas.openxmlformats.org/officeDocument/2006/relationships/image" Target="../media/image6.png"/><Relationship Id="rId5" Type="http://schemas.openxmlformats.org/officeDocument/2006/relationships/hyperlink" Target="https://homel.vsb.cz/~cho0178/MCU/FRDM-KL25Z_DOCK.pdf#page=9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homel.vsb.cz/~cho0178/MCU/FRDM-KL25Z_DOCK.pdf#page=10" TargetMode="External"/><Relationship Id="rId4" Type="http://schemas.openxmlformats.org/officeDocument/2006/relationships/image" Target="../media/image2.png"/><Relationship Id="rId5" Type="http://schemas.openxmlformats.org/officeDocument/2006/relationships/hyperlink" Target="https://homel.vsb.cz/~cho0178/MCU/FRDM-KL25Z_DOCK.pdf#page=10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homel.vsb.cz/~cho0178/MCU/SPF-27556_REV_F.pdf#page=3" TargetMode="External"/><Relationship Id="rId4" Type="http://schemas.openxmlformats.org/officeDocument/2006/relationships/image" Target="../media/image7.png"/><Relationship Id="rId5" Type="http://schemas.openxmlformats.org/officeDocument/2006/relationships/hyperlink" Target="https://homel.vsb.cz/~cho0178/MCU/SPF-27556_REV_F.pdf#page=3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homel.vsb.cz/~cho0178/MCU/FRDM-KL25Z_DOCK.pdf#page=9" TargetMode="External"/><Relationship Id="rId4" Type="http://schemas.openxmlformats.org/officeDocument/2006/relationships/image" Target="../media/image3.png"/><Relationship Id="rId5" Type="http://schemas.openxmlformats.org/officeDocument/2006/relationships/hyperlink" Target="https://homel.vsb.cz/~cho0178/MCU/FRDM-KL25Z_DOCK.pdf#page=9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file/d/1L7JYZrjqsVs8Tlxt5CBtlYoeEurBLzEx/view?usp=sharin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title="IMG_20260529_08284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324" y="-2717175"/>
            <a:ext cx="10567349" cy="14035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  <p:sp>
        <p:nvSpPr>
          <p:cNvPr id="85" name="Google Shape;85;p1"/>
          <p:cNvSpPr txBox="1"/>
          <p:nvPr>
            <p:ph type="ctrTitle"/>
          </p:nvPr>
        </p:nvSpPr>
        <p:spPr>
          <a:xfrm>
            <a:off x="1593775" y="58408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cs-CZ">
                <a:solidFill>
                  <a:schemeClr val="lt1"/>
                </a:solidFill>
              </a:rPr>
              <a:t>RGB hádačka2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1404375" y="362196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cs-CZ" sz="2800">
                <a:solidFill>
                  <a:schemeClr val="lt1"/>
                </a:solidFill>
              </a:rPr>
              <a:t>DIODA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cs-CZ" sz="2800">
                <a:solidFill>
                  <a:schemeClr val="lt1"/>
                </a:solidFill>
              </a:rPr>
              <a:t>Klíš, Petrakovič</a:t>
            </a:r>
            <a:endParaRPr b="1"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cs-CZ"/>
              <a:t>Návrh</a:t>
            </a:r>
            <a:endParaRPr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cs-CZ"/>
              <a:t>Cíl – replika původní hry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cs-CZ"/>
              <a:t>Návrh – co nejjednodušší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cs-CZ"/>
              <a:t>Pravidla: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cs-CZ" sz="2000"/>
              <a:t>Zmáčkni tlačítko 4</a:t>
            </a:r>
            <a:r>
              <a:rPr lang="cs-CZ" sz="2000"/>
              <a:t> pro spuštění hry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cs-CZ" sz="2000"/>
              <a:t>Zapamatuj si barvu na RGB LED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cs-CZ" sz="2000"/>
              <a:t>Po zhasnutí LED nastav zapamatovanou barvu pomocí potenciometru a tlačítek 1 - 3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cs-CZ" sz="2000"/>
              <a:t>Na LED bargrafu se zobrazí tvoje skóre po vyhodnocení hry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0" y="0"/>
            <a:ext cx="1155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cs-CZ"/>
              <a:t>HW</a:t>
            </a:r>
            <a:endParaRPr/>
          </a:p>
        </p:txBody>
      </p:sp>
      <p:sp>
        <p:nvSpPr>
          <p:cNvPr id="98" name="Google Shape;98;p3"/>
          <p:cNvSpPr txBox="1"/>
          <p:nvPr>
            <p:ph idx="1" type="body"/>
          </p:nvPr>
        </p:nvSpPr>
        <p:spPr>
          <a:xfrm>
            <a:off x="1216975" y="472319"/>
            <a:ext cx="10515600" cy="45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cs-CZ"/>
              <a:t>Vstupní periferie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cs-CZ"/>
              <a:t>Výstupní periferie</a:t>
            </a:r>
            <a:endParaRPr/>
          </a:p>
        </p:txBody>
      </p:sp>
      <p:pic>
        <p:nvPicPr>
          <p:cNvPr id="99" name="Google Shape;99;p3" title="IMG_20260529_083749.jpg"/>
          <p:cNvPicPr preferRelativeResize="0"/>
          <p:nvPr/>
        </p:nvPicPr>
        <p:blipFill rotWithShape="1">
          <a:blip r:embed="rId3">
            <a:alphaModFix/>
          </a:blip>
          <a:srcRect b="35900" l="31168" r="24433" t="34303"/>
          <a:stretch/>
        </p:blipFill>
        <p:spPr>
          <a:xfrm>
            <a:off x="1561150" y="977025"/>
            <a:ext cx="2292626" cy="2043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3" title="IMG_20260529_083804.jpg"/>
          <p:cNvPicPr preferRelativeResize="0"/>
          <p:nvPr/>
        </p:nvPicPr>
        <p:blipFill rotWithShape="1">
          <a:blip r:embed="rId4">
            <a:alphaModFix/>
          </a:blip>
          <a:srcRect b="36628" l="0" r="0" t="50436"/>
          <a:stretch/>
        </p:blipFill>
        <p:spPr>
          <a:xfrm>
            <a:off x="6729375" y="1555175"/>
            <a:ext cx="5163599" cy="887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IMG_20260529_083804.jpg"/>
          <p:cNvPicPr preferRelativeResize="0"/>
          <p:nvPr/>
        </p:nvPicPr>
        <p:blipFill rotWithShape="1">
          <a:blip r:embed="rId4">
            <a:alphaModFix/>
          </a:blip>
          <a:srcRect b="52471" l="0" r="0" t="34593"/>
          <a:stretch/>
        </p:blipFill>
        <p:spPr>
          <a:xfrm>
            <a:off x="1561150" y="3957475"/>
            <a:ext cx="5163599" cy="887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 title="IMG_20260529_083820.jpg"/>
          <p:cNvPicPr preferRelativeResize="0"/>
          <p:nvPr/>
        </p:nvPicPr>
        <p:blipFill rotWithShape="1">
          <a:blip r:embed="rId5">
            <a:alphaModFix/>
          </a:blip>
          <a:srcRect b="38954" l="24219" r="48948" t="51016"/>
          <a:stretch/>
        </p:blipFill>
        <p:spPr>
          <a:xfrm>
            <a:off x="9222650" y="3738263"/>
            <a:ext cx="2670332" cy="132557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1335725" y="5631925"/>
            <a:ext cx="73065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Vnitřní periferie: GPIOX, PORTX, SYSTICK, ADC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cs-CZ"/>
              <a:t>Schéma tlačítek</a:t>
            </a:r>
            <a:endParaRPr b="1"/>
          </a:p>
        </p:txBody>
      </p:sp>
      <p:pic>
        <p:nvPicPr>
          <p:cNvPr id="109" name="Google Shape;109;p5" title="Snímek obrazovky 2026-05-29 084404.p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6400" y="1301950"/>
            <a:ext cx="8959201" cy="475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 txBox="1"/>
          <p:nvPr/>
        </p:nvSpPr>
        <p:spPr>
          <a:xfrm>
            <a:off x="0" y="6479225"/>
            <a:ext cx="4994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u="sng">
                <a:solidFill>
                  <a:schemeClr val="hlink"/>
                </a:solidFill>
                <a:hlinkClick r:id="rId5"/>
              </a:rPr>
              <a:t>https://homel.vsb.cz/~cho0178/MCU/FRDM-KL25Z_DOCK.pdf#page=9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d10b25eef_1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-CZ"/>
              <a:t>Schéma potenciometrů</a:t>
            </a:r>
            <a:endParaRPr b="1"/>
          </a:p>
        </p:txBody>
      </p:sp>
      <p:pic>
        <p:nvPicPr>
          <p:cNvPr id="116" name="Google Shape;116;g3ed10b25eef_1_8" title="Snímek obrazovky 2026-05-29 084526.p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1463" y="1413850"/>
            <a:ext cx="6889074" cy="49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ed10b25eef_1_8"/>
          <p:cNvSpPr txBox="1"/>
          <p:nvPr/>
        </p:nvSpPr>
        <p:spPr>
          <a:xfrm>
            <a:off x="0" y="6479700"/>
            <a:ext cx="54027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u="sng">
                <a:solidFill>
                  <a:schemeClr val="hlink"/>
                </a:solidFill>
                <a:hlinkClick r:id="rId5"/>
              </a:rPr>
              <a:t>https://homel.vsb.cz/~cho0178/MCU/FRDM-KL25Z_DOCK.pdf#page=10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d10b25eef_1_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-CZ"/>
              <a:t>Schéma RGB LED</a:t>
            </a:r>
            <a:endParaRPr b="1"/>
          </a:p>
        </p:txBody>
      </p:sp>
      <p:pic>
        <p:nvPicPr>
          <p:cNvPr id="123" name="Google Shape;123;g3ed10b25eef_1_16" title="Snímek obrazovky 2026-05-29 084604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1536" t="2969"/>
          <a:stretch/>
        </p:blipFill>
        <p:spPr>
          <a:xfrm>
            <a:off x="1028250" y="2282650"/>
            <a:ext cx="10135499" cy="296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ed10b25eef_1_16"/>
          <p:cNvSpPr txBox="1"/>
          <p:nvPr/>
        </p:nvSpPr>
        <p:spPr>
          <a:xfrm>
            <a:off x="0" y="6529200"/>
            <a:ext cx="4555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u="sng">
                <a:solidFill>
                  <a:schemeClr val="hlink"/>
                </a:solidFill>
                <a:hlinkClick r:id="rId5"/>
              </a:rPr>
              <a:t>https://homel.vsb.cz/~cho0178/MCU/SPF-27556_REV_F.pdf#page=3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d10b25eef_1_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-CZ"/>
              <a:t>Schéma LED bargrafu</a:t>
            </a:r>
            <a:endParaRPr/>
          </a:p>
        </p:txBody>
      </p:sp>
      <p:pic>
        <p:nvPicPr>
          <p:cNvPr id="130" name="Google Shape;130;g3ed10b25eef_1_24" title="Snímek obrazovky 2026-05-29 084416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500" y="1902013"/>
            <a:ext cx="8763000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ed10b25eef_1_24"/>
          <p:cNvSpPr txBox="1"/>
          <p:nvPr/>
        </p:nvSpPr>
        <p:spPr>
          <a:xfrm>
            <a:off x="0" y="6489600"/>
            <a:ext cx="50040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u="sng">
                <a:solidFill>
                  <a:schemeClr val="hlink"/>
                </a:solidFill>
                <a:hlinkClick r:id="rId5"/>
              </a:rPr>
              <a:t>https://homel.vsb.cz/~cho0178/MCU/FRDM-KL25Z_DOCK.pdf#page=9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d10b25eef_1_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-CZ"/>
              <a:t>VIDEO</a:t>
            </a:r>
            <a:endParaRPr/>
          </a:p>
        </p:txBody>
      </p:sp>
      <p:sp>
        <p:nvSpPr>
          <p:cNvPr id="137" name="Google Shape;137;g3ed10b25eef_1_3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cs-CZ" u="sng">
                <a:solidFill>
                  <a:schemeClr val="hlink"/>
                </a:solidFill>
                <a:hlinkClick r:id="rId3"/>
              </a:rPr>
              <a:t>https://drive.google.com/file/d/1L7JYZrjqsVs8Tlxt5CBtlYoeEurBLzEx/view?usp=sharing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cs-CZ"/>
              <a:t>SW</a:t>
            </a:r>
            <a:endParaRPr/>
          </a:p>
        </p:txBody>
      </p:sp>
      <p:sp>
        <p:nvSpPr>
          <p:cNvPr id="143" name="Google Shape;143;p6"/>
          <p:cNvSpPr txBox="1"/>
          <p:nvPr>
            <p:ph idx="1" type="body"/>
          </p:nvPr>
        </p:nvSpPr>
        <p:spPr>
          <a:xfrm>
            <a:off x="539175" y="2104725"/>
            <a:ext cx="5979900" cy="9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cs-CZ"/>
              <a:t>Vlastní: arduinoKP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cs-CZ"/>
              <a:t>funkce pro ovládání mikrokontroleru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cs-CZ"/>
              <a:t>Skill Issue - funkce random</a:t>
            </a:r>
            <a:endParaRPr/>
          </a:p>
        </p:txBody>
      </p:sp>
      <p:pic>
        <p:nvPicPr>
          <p:cNvPr id="144" name="Google Shape;144;p6" title="IMG_20260529_082937.jpg"/>
          <p:cNvPicPr preferRelativeResize="0"/>
          <p:nvPr/>
        </p:nvPicPr>
        <p:blipFill rotWithShape="1">
          <a:blip r:embed="rId3">
            <a:alphaModFix/>
          </a:blip>
          <a:srcRect b="13956" l="32519" r="30224" t="18458"/>
          <a:stretch/>
        </p:blipFill>
        <p:spPr>
          <a:xfrm>
            <a:off x="9345575" y="0"/>
            <a:ext cx="2846424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7388" y="-12"/>
            <a:ext cx="4448175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133713"/>
            <a:ext cx="590550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cs-CZ"/>
              <a:t>EXP</a:t>
            </a:r>
            <a:endParaRPr/>
          </a:p>
        </p:txBody>
      </p:sp>
      <p:sp>
        <p:nvSpPr>
          <p:cNvPr id="152" name="Google Shape;15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cs-CZ"/>
              <a:t>Šlo – porozumění principů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cs-CZ"/>
              <a:t>Nešlo – LED Bargraf, chyby (negace, záměna | a &amp;), zprovoznění funkce random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cs-CZ"/>
              <a:t>Nástroje – PlatformIO, ChatGPT, GitHub Copilot (plugin VSCode)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cs-CZ"/>
              <a:t>Závěr</a:t>
            </a:r>
            <a:endParaRPr/>
          </a:p>
        </p:txBody>
      </p:sp>
      <p:sp>
        <p:nvSpPr>
          <p:cNvPr id="158" name="Google Shape;15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cs-CZ"/>
              <a:t>Co jinak? - Lepší porozumění jak mikrokontroler funguje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cs-CZ"/>
              <a:t>Líbilo - Předpřipravené zapojení, složka demo s inspirací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cs-CZ"/>
              <a:t>Nelíbilo – Složitost systému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cs-CZ"/>
              <a:t>Původní návrh na 100%</a:t>
            </a:r>
            <a:endParaRPr/>
          </a:p>
        </p:txBody>
      </p:sp>
      <p:pic>
        <p:nvPicPr>
          <p:cNvPr id="159" name="Google Shape;15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3975" y="2322231"/>
            <a:ext cx="3472950" cy="28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tiv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2026-05-25T06:35:13Z</dcterms:created>
  <dc:creator>EA425</dc:creator>
</cp:coreProperties>
</file>